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784" r:id="rId2"/>
    <p:sldMasterId id="2147483796" r:id="rId3"/>
  </p:sldMasterIdLst>
  <p:notesMasterIdLst>
    <p:notesMasterId r:id="rId25"/>
  </p:notesMasterIdLst>
  <p:handoutMasterIdLst>
    <p:handoutMasterId r:id="rId26"/>
  </p:handoutMasterIdLst>
  <p:sldIdLst>
    <p:sldId id="758" r:id="rId4"/>
    <p:sldId id="794" r:id="rId5"/>
    <p:sldId id="795" r:id="rId6"/>
    <p:sldId id="797" r:id="rId7"/>
    <p:sldId id="796" r:id="rId8"/>
    <p:sldId id="798" r:id="rId9"/>
    <p:sldId id="799" r:id="rId10"/>
    <p:sldId id="800" r:id="rId11"/>
    <p:sldId id="801" r:id="rId12"/>
    <p:sldId id="802" r:id="rId13"/>
    <p:sldId id="803" r:id="rId14"/>
    <p:sldId id="804" r:id="rId15"/>
    <p:sldId id="805" r:id="rId16"/>
    <p:sldId id="806" r:id="rId17"/>
    <p:sldId id="807" r:id="rId18"/>
    <p:sldId id="808" r:id="rId19"/>
    <p:sldId id="809" r:id="rId20"/>
    <p:sldId id="810" r:id="rId21"/>
    <p:sldId id="811" r:id="rId22"/>
    <p:sldId id="812" r:id="rId23"/>
    <p:sldId id="813" r:id="rId24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1600" b="1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845">
          <p15:clr>
            <a:srgbClr val="A4A3A4"/>
          </p15:clr>
        </p15:guide>
        <p15:guide id="3" orient="horz" pos="3929">
          <p15:clr>
            <a:srgbClr val="A4A3A4"/>
          </p15:clr>
        </p15:guide>
        <p15:guide id="4" orient="horz" pos="1888">
          <p15:clr>
            <a:srgbClr val="A4A3A4"/>
          </p15:clr>
        </p15:guide>
        <p15:guide id="5" orient="horz" pos="3566">
          <p15:clr>
            <a:srgbClr val="A4A3A4"/>
          </p15:clr>
        </p15:guide>
        <p15:guide id="6" orient="horz" pos="618">
          <p15:clr>
            <a:srgbClr val="A4A3A4"/>
          </p15:clr>
        </p15:guide>
        <p15:guide id="7" orient="horz" pos="2931">
          <p15:clr>
            <a:srgbClr val="A4A3A4"/>
          </p15:clr>
        </p15:guide>
        <p15:guide id="8" pos="3120">
          <p15:clr>
            <a:srgbClr val="A4A3A4"/>
          </p15:clr>
        </p15:guide>
        <p15:guide id="9" pos="262">
          <p15:clr>
            <a:srgbClr val="A4A3A4"/>
          </p15:clr>
        </p15:guide>
        <p15:guide id="10" pos="5842">
          <p15:clr>
            <a:srgbClr val="A4A3A4"/>
          </p15:clr>
        </p15:guide>
        <p15:guide id="11" pos="1759">
          <p15:clr>
            <a:srgbClr val="A4A3A4"/>
          </p15:clr>
        </p15:guide>
        <p15:guide id="12" pos="166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000000"/>
    <a:srgbClr val="FF00FF"/>
    <a:srgbClr val="FF99FF"/>
    <a:srgbClr val="FFCCFF"/>
    <a:srgbClr val="CC99FF"/>
    <a:srgbClr val="CCFFFF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44" autoAdjust="0"/>
    <p:restoredTop sz="87708" autoAdjust="0"/>
  </p:normalViewPr>
  <p:slideViewPr>
    <p:cSldViewPr>
      <p:cViewPr varScale="1">
        <p:scale>
          <a:sx n="120" d="100"/>
          <a:sy n="120" d="100"/>
        </p:scale>
        <p:origin x="870" y="114"/>
      </p:cViewPr>
      <p:guideLst>
        <p:guide orient="horz" pos="2160"/>
        <p:guide orient="horz" pos="845"/>
        <p:guide orient="horz" pos="3929"/>
        <p:guide orient="horz" pos="1888"/>
        <p:guide orient="horz" pos="3566"/>
        <p:guide orient="horz" pos="618"/>
        <p:guide orient="horz" pos="2931"/>
        <p:guide pos="3120"/>
        <p:guide pos="262"/>
        <p:guide pos="5842"/>
        <p:guide pos="1759"/>
        <p:guide pos="166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1800" y="-102"/>
      </p:cViewPr>
      <p:guideLst>
        <p:guide orient="horz" pos="3132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18" tIns="46108" rIns="92218" bIns="46108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7625" y="0"/>
            <a:ext cx="29495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18" tIns="46108" rIns="92218" bIns="46108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0063"/>
            <a:ext cx="29495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18" tIns="46108" rIns="92218" bIns="46108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7625" y="9390063"/>
            <a:ext cx="29495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18" tIns="46108" rIns="92218" bIns="46108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BE3C715D-0470-4954-8485-364048C06263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95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18" tIns="46108" rIns="92218" bIns="46108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7625" y="0"/>
            <a:ext cx="29495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18" tIns="46108" rIns="92218" bIns="46108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50" y="4749800"/>
            <a:ext cx="4991100" cy="441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18" tIns="46108" rIns="92218" bIns="461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문자열 유형을 편집하려면 누르십시오</a:t>
            </a:r>
            <a:r>
              <a:rPr lang="en-US" altLang="ko-KR" noProof="0" smtClean="0"/>
              <a:t>.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세째 수준</a:t>
            </a:r>
          </a:p>
          <a:p>
            <a:pPr lvl="3"/>
            <a:r>
              <a:rPr lang="ko-KR" altLang="en-US" noProof="0" smtClean="0"/>
              <a:t>네째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0063"/>
            <a:ext cx="29495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18" tIns="46108" rIns="92218" bIns="46108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7625" y="9390063"/>
            <a:ext cx="29495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18" tIns="46108" rIns="92218" bIns="46108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13F2D6FB-3E7D-4301-AC33-0DE11FED5683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2</a:t>
            </a:fld>
            <a:endParaRPr lang="en-US" altLang="ko-KR" sz="1200" b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3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3931033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4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1527861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5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3916128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6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3798549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7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4097955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8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1712397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9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1870263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10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570429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11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2293605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12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369732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13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7174632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14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32074443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15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1415221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16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38391236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17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15646711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18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32640723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19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32081684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20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1102750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ko-KR" altLang="en-US" smtClean="0"/>
              <a:t>암호 규칙 적용 </a:t>
            </a:r>
            <a:r>
              <a:rPr lang="en-US" altLang="ko-KR" smtClean="0"/>
              <a:t>/ </a:t>
            </a:r>
            <a:r>
              <a:rPr lang="ko-KR" altLang="en-US" smtClean="0"/>
              <a:t>암호 변경 </a:t>
            </a:r>
            <a:r>
              <a:rPr lang="en-US" altLang="ko-KR" smtClean="0"/>
              <a:t>RULE </a:t>
            </a:r>
            <a:r>
              <a:rPr lang="ko-KR" altLang="en-US" smtClean="0"/>
              <a:t>적용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hangingPunct="1"/>
            <a:fld id="{0E72E6D5-9C75-4709-B3D0-3F0701DA4EFB}" type="slidenum">
              <a:rPr lang="en-US" altLang="ko-KR" sz="1200" b="0"/>
              <a:pPr eaLnBrk="1" hangingPunct="1"/>
              <a:t>21</a:t>
            </a:fld>
            <a:endParaRPr lang="en-US" altLang="ko-KR" sz="1200" b="0"/>
          </a:p>
        </p:txBody>
      </p:sp>
    </p:spTree>
    <p:extLst>
      <p:ext uri="{BB962C8B-B14F-4D97-AF65-F5344CB8AC3E}">
        <p14:creationId xmlns:p14="http://schemas.microsoft.com/office/powerpoint/2010/main" val="2899538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2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C0DF23-595A-4960-B473-BD842E76063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6792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F459B6-5DC0-4422-8F77-8C11A0FBD5E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94341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7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492C80-EA89-4ADC-85C5-C02EC596B0A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32898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575" y="1600206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48300" y="1600206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03D5A7-5D1A-4842-BED0-D337861AF0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35829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4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4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A75070-57A4-4DC7-A23F-EE027663D69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15320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716EA3-5979-4A5E-B859-DDA74A5122D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8851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A368C7-873B-425A-BF5A-4F585BA611E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108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2" y="273057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3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97D843-8CDF-48FB-A700-AE21A6936A1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53359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56D7C7-CFF9-413C-B949-9D4E32D02C9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0149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A7B6D8-CC41-4619-9B2E-C3ED64D4F4C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2364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780337" y="274645"/>
            <a:ext cx="2414588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6578" y="274645"/>
            <a:ext cx="7078663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E25F09-8F4D-4196-8A40-D48C9490BB1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9635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D8CD4-98F0-49C4-A98E-15A3F2195896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7216BD-B485-4A4A-813C-3C269233ACC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438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02ED2B-107E-41EA-A2BC-F9B04E568C6F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7F6CFE-7370-4E83-B028-19D54BC194E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886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D593E1-1176-47EC-B466-AB475564C0C5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182C72-811D-4176-8E52-0225F92390C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79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930B6C-6CA9-4D76-83AD-9742E7C7228A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333997-18D5-48A9-A4DE-AEDE97D7CCE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631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6A39BD-D624-44C4-A946-87517263ECB6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BEEE70-E409-4132-AF96-527E17B6190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1050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1F49C3-F6B8-431E-A8C6-1D85DF28F623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AFFE6F-F326-4CE4-A189-64E3C2618A2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95016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0A2D73-A69F-469B-A201-6134F936750B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F5A1C3-F7DE-4EC5-AD01-2528DC3CB28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9511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03A516-B95C-46A2-A149-26A02D5CA694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C30168-55C1-4AF7-A0AE-FBC528F8056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9664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8AB992-6B66-41B0-A179-E9DF71E2E7E4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714622-38E2-4E60-B3C7-D61A5BBBD80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8179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4DC01-97AD-42C1-B141-264201E3AA8A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282E9D-F18E-4389-AF52-E352FAA46E6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3916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6839B-C303-494A-B7D7-C9BAA58FD11B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A6475E-038E-4B38-B580-C0474E9DAD3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4609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210846-DDC8-4681-8724-3A32D50DE5FC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739F09-6D5E-4AE3-824E-4912A2049EA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014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9CD1B-C46D-4666-8E03-B6D7C733C8BC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092E76-6671-4E32-8AA9-414C48432A4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4476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AD80F2-21FE-4B8A-B99B-3B952774ED99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C14BAF-4A88-4D10-AED6-01221DFC9D2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3712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84A8CF-43FD-4BD3-B2E5-1B5E7E49D282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8F163B-D6DC-4F8D-BB03-FCA4CC21BBF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3169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B8420D-96B4-4910-B440-2DBFDE87D799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075604-2704-421A-8C0D-8CAF543FD1D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2447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47BE6-7961-4A06-8A2B-6DE9A99833F3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B5B1CC-AE25-42B7-AEA2-927F8350EEB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9338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A6664B-F24C-411B-9248-06D25C9DD6A8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2B80A3-A146-4903-AA0F-110A11F6B31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885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A52B1F-D288-41A0-9F40-659232F0A907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53BFCF-31AC-4179-A366-4697828B2A8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7740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F7729-CA11-4AC5-AA56-89D3E7AAC474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C7BD4C-27BE-413A-B12F-53AF8291BA5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3169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3AB375-50FB-455D-88C4-2373ABEF9872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F4CB90-94BA-4DFD-9A1A-E950C0857ED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9901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38852D-2349-4519-A0F5-35F70A213219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0DE020-325A-4506-B70E-3358C270EBA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5971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99EF3D-192F-42D4-8D9F-E3794BE1D9F0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29CCB2-041E-4EE4-831A-1A08A72B2E9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41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ct val="50000"/>
              </a:spcBef>
              <a:defRPr sz="1200">
                <a:solidFill>
                  <a:schemeClr val="tx1">
                    <a:tint val="75000"/>
                  </a:schemeClr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ct val="50000"/>
              </a:spcBef>
              <a:defRPr sz="1200">
                <a:solidFill>
                  <a:schemeClr val="tx1">
                    <a:tint val="75000"/>
                  </a:schemeClr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>
                <a:solidFill>
                  <a:srgbClr val="898989"/>
                </a:solidFill>
              </a:defRPr>
            </a:lvl1pPr>
          </a:lstStyle>
          <a:p>
            <a:fld id="{1C9C645F-2AAB-4FE6-89BF-50A7269CCA13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0" y="6456363"/>
            <a:ext cx="8953500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ctr">
              <a:spcBef>
                <a:spcPct val="20000"/>
              </a:spcBef>
              <a:defRPr/>
            </a:pPr>
            <a:endParaRPr lang="ko-KR" altLang="en-US" sz="1800" b="0">
              <a:latin typeface="돋움체" pitchFamily="49" charset="-127"/>
              <a:ea typeface="돋움체" pitchFamily="49" charset="-127"/>
            </a:endParaRPr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 flipV="1">
            <a:off x="0" y="587375"/>
            <a:ext cx="9906000" cy="1588"/>
          </a:xfrm>
          <a:prstGeom prst="line">
            <a:avLst/>
          </a:prstGeom>
          <a:noFill/>
          <a:ln w="127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ctr">
              <a:spcBef>
                <a:spcPct val="20000"/>
              </a:spcBef>
              <a:defRPr/>
            </a:pPr>
            <a:endParaRPr lang="ko-KR" altLang="en-US" sz="1800" b="0">
              <a:latin typeface="돋움체" pitchFamily="49" charset="-127"/>
              <a:ea typeface="돋움체" pitchFamily="49" charset="-127"/>
            </a:endParaRPr>
          </a:p>
        </p:txBody>
      </p:sp>
      <p:pic>
        <p:nvPicPr>
          <p:cNvPr id="1033" name="그림 9" descr="깨끗.jpg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7" t="36000" r="24187" b="13000"/>
          <a:stretch>
            <a:fillRect/>
          </a:stretch>
        </p:blipFill>
        <p:spPr bwMode="auto">
          <a:xfrm>
            <a:off x="8675688" y="6380163"/>
            <a:ext cx="11017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2051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fld id="{E75AFB0B-6E82-43F5-9BF1-265E4BA60C8F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898748CE-77BF-4563-A746-3E0B438CF26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3075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fld id="{5963B189-C1F1-49E1-8049-D348A77A5EC9}" type="datetimeFigureOut">
              <a:rPr lang="ko-KR" altLang="en-US"/>
              <a:pPr>
                <a:defRPr/>
              </a:pPr>
              <a:t>2022-11-27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5DD459AD-00C0-4169-AE54-DAEA8430ABD2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2.png"/><Relationship Id="rId10" Type="http://schemas.openxmlformats.org/officeDocument/2006/relationships/image" Target="../media/image40.png"/><Relationship Id="rId4" Type="http://schemas.openxmlformats.org/officeDocument/2006/relationships/image" Target="../media/image33.png"/><Relationship Id="rId9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62"/>
          <p:cNvSpPr>
            <a:spLocks noChangeArrowheads="1"/>
          </p:cNvSpPr>
          <p:nvPr/>
        </p:nvSpPr>
        <p:spPr bwMode="auto">
          <a:xfrm>
            <a:off x="1857375" y="944563"/>
            <a:ext cx="6191250" cy="7556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2084" tIns="46041" rIns="92084" bIns="46041" anchor="ctr"/>
          <a:lstStyle/>
          <a:p>
            <a:pPr algn="ctr" fontAlgn="ctr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2800" dirty="0" smtClean="0">
                <a:solidFill>
                  <a:srgbClr val="1F2029"/>
                </a:solidFill>
              </a:rPr>
              <a:t>POP </a:t>
            </a:r>
            <a:r>
              <a:rPr kumimoji="0" lang="ko-KR" altLang="en-US" sz="2800" dirty="0" smtClean="0">
                <a:solidFill>
                  <a:srgbClr val="1F2029"/>
                </a:solidFill>
              </a:rPr>
              <a:t>배포 </a:t>
            </a:r>
            <a:r>
              <a:rPr kumimoji="0" lang="ko-KR" altLang="en-US" sz="2800" dirty="0" smtClean="0">
                <a:solidFill>
                  <a:srgbClr val="1F2029"/>
                </a:solidFill>
              </a:rPr>
              <a:t>매뉴얼</a:t>
            </a:r>
            <a:endParaRPr kumimoji="0" lang="en-US" altLang="ko-KR" sz="2800" dirty="0">
              <a:solidFill>
                <a:srgbClr val="1F2029"/>
              </a:solidFill>
            </a:endParaRPr>
          </a:p>
        </p:txBody>
      </p:sp>
      <p:graphicFrame>
        <p:nvGraphicFramePr>
          <p:cNvPr id="21" name="Group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531582"/>
              </p:ext>
            </p:extLst>
          </p:nvPr>
        </p:nvGraphicFramePr>
        <p:xfrm>
          <a:off x="2792413" y="2060575"/>
          <a:ext cx="3659187" cy="3182938"/>
        </p:xfrm>
        <a:graphic>
          <a:graphicData uri="http://schemas.openxmlformats.org/drawingml/2006/table">
            <a:tbl>
              <a:tblPr/>
              <a:tblGrid>
                <a:gridCol w="3659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4740">
                <a:tc>
                  <a:txBody>
                    <a:bodyPr/>
                    <a:lstStyle/>
                    <a:p>
                      <a:pPr marL="36000" marR="0" lvl="0" indent="0" algn="ctr" defTabSz="914400" rtl="0" eaLnBrk="1" fontAlgn="ctr" latinLnBrk="1" hangingPunct="1">
                        <a:lnSpc>
                          <a:spcPts val="2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1F2029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    차</a:t>
                      </a:r>
                    </a:p>
                  </a:txBody>
                  <a:tcPr marL="10317" marR="10317" marT="9524" marB="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8198">
                <a:tc>
                  <a:txBody>
                    <a:bodyPr/>
                    <a:lstStyle/>
                    <a:p>
                      <a:pPr marL="486900" marR="0" lvl="0" indent="-342900" algn="l" defTabSz="914400" rtl="0" eaLnBrk="1" fontAlgn="ctr" latinLnBrk="1" hangingPunct="1">
                        <a:lnSpc>
                          <a:spcPts val="2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1978025" algn="l"/>
                        </a:tabLst>
                      </a:pPr>
                      <a:r>
                        <a:rPr kumimoji="0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로컬 </a:t>
                      </a:r>
                      <a:r>
                        <a:rPr kumimoji="0" lang="en-US" altLang="ko-KR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PC</a:t>
                      </a:r>
                      <a:endParaRPr kumimoji="0" lang="en-US" altLang="ko-KR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486900" marR="0" lvl="0" indent="-342900" algn="l" defTabSz="914400" rtl="0" eaLnBrk="1" fontAlgn="ctr" latinLnBrk="1" hangingPunct="1">
                        <a:lnSpc>
                          <a:spcPts val="2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1978025" algn="l"/>
                        </a:tabLst>
                      </a:pPr>
                      <a:r>
                        <a:rPr kumimoji="0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서버</a:t>
                      </a:r>
                      <a:endParaRPr kumimoji="0" lang="en-US" altLang="ko-KR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486900" marR="0" lvl="0" indent="-342900" algn="l" defTabSz="914400" rtl="0" eaLnBrk="1" fontAlgn="ctr" latinLnBrk="1" hangingPunct="1">
                        <a:lnSpc>
                          <a:spcPts val="2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1978025" algn="l"/>
                        </a:tabLst>
                      </a:pPr>
                      <a:r>
                        <a:rPr kumimoji="0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배포</a:t>
                      </a:r>
                      <a:endParaRPr kumimoji="0" lang="en-US" altLang="ko-KR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486900" marR="0" lvl="0" indent="-342900" algn="l" defTabSz="914400" rtl="0" eaLnBrk="1" fontAlgn="ctr" latinLnBrk="1" hangingPunct="1">
                        <a:lnSpc>
                          <a:spcPts val="2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1978025" algn="l"/>
                        </a:tabLst>
                      </a:pPr>
                      <a:r>
                        <a:rPr kumimoji="0" lang="ko-KR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버전 업그레이드</a:t>
                      </a:r>
                      <a:endParaRPr kumimoji="0" lang="en-US" altLang="ko-KR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486900" marR="0" lvl="0" indent="-342900" algn="l" defTabSz="914400" rtl="0" eaLnBrk="1" fontAlgn="ctr" latinLnBrk="1" hangingPunct="1">
                        <a:lnSpc>
                          <a:spcPts val="28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1978025" algn="l"/>
                        </a:tabLst>
                      </a:pPr>
                      <a:endParaRPr kumimoji="0" lang="en-US" altLang="ko-KR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143978" marB="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251863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PC – STEP1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직사각형 182"/>
          <p:cNvSpPr>
            <a:spLocks noChangeArrowheads="1"/>
          </p:cNvSpPr>
          <p:nvPr/>
        </p:nvSpPr>
        <p:spPr bwMode="auto">
          <a:xfrm>
            <a:off x="488504" y="5661248"/>
            <a:ext cx="72799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0" indent="0" latinLnBrk="0">
              <a:tabLst/>
            </a:pPr>
            <a:r>
              <a:rPr kumimoji="0" lang="ko-KR" altLang="en-US" sz="9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배포버젼을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로컬파일시스템으로 만들기 위한 폴더를 </a:t>
            </a:r>
            <a:r>
              <a:rPr kumimoji="0" lang="ko-KR" altLang="en-US" sz="900" b="0" i="0" u="none" strike="noStrike" cap="none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를</a:t>
            </a:r>
            <a:r>
              <a:rPr kumimoji="0" lang="ko-KR" altLang="en-US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생성한다</a:t>
            </a:r>
            <a:r>
              <a:rPr kumimoji="0" lang="en-US" altLang="ko-KR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0" indent="0" latinLnBrk="0">
              <a:tabLst/>
            </a:pP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ex. D:\20.</a:t>
            </a:r>
            <a:r>
              <a:rPr kumimoji="0" lang="ko-KR" altLang="en-US" sz="9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깨끗한나라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\</a:t>
            </a:r>
            <a:r>
              <a:rPr kumimoji="0" lang="en-US" altLang="ko-KR" sz="9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kleannaraPOP</a:t>
            </a:r>
            <a:endParaRPr kumimoji="0" lang="en-US" altLang="ko-KR" sz="900" b="0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04" y="908719"/>
            <a:ext cx="6624736" cy="4522073"/>
          </a:xfrm>
          <a:prstGeom prst="rect">
            <a:avLst/>
          </a:prstGeom>
        </p:spPr>
      </p:pic>
      <p:sp>
        <p:nvSpPr>
          <p:cNvPr id="3" name="타원 2"/>
          <p:cNvSpPr/>
          <p:nvPr/>
        </p:nvSpPr>
        <p:spPr bwMode="auto">
          <a:xfrm>
            <a:off x="2864768" y="1772816"/>
            <a:ext cx="778178" cy="144016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80" y="591578"/>
            <a:ext cx="7495944" cy="5009642"/>
          </a:xfrm>
          <a:prstGeom prst="rect">
            <a:avLst/>
          </a:prstGeom>
        </p:spPr>
      </p:pic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251863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PC – STEP2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직사각형 182"/>
          <p:cNvSpPr>
            <a:spLocks noChangeArrowheads="1"/>
          </p:cNvSpPr>
          <p:nvPr/>
        </p:nvSpPr>
        <p:spPr bwMode="auto">
          <a:xfrm>
            <a:off x="272480" y="5661248"/>
            <a:ext cx="93610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AutoNum type="arabicPeriod"/>
              <a:tabLst/>
            </a:pP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프로젝트인 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DAS 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프로젝트를 선택하고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프로젝트 속성을 선택하면 위의 화면이 나타난다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 latinLnBrk="0">
              <a:buAutoNum type="arabicPeriod"/>
              <a:tabLst/>
            </a:pPr>
            <a:r>
              <a:rPr kumimoji="0" lang="ko-KR" altLang="en-US" sz="900" b="0" i="0" u="none" strike="noStrike" cap="none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서명탭을</a:t>
            </a:r>
            <a:r>
              <a:rPr kumimoji="0" lang="ko-KR" altLang="en-US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선택하여 </a:t>
            </a:r>
            <a:r>
              <a:rPr kumimoji="0" lang="en-US" altLang="ko-KR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“ </a:t>
            </a:r>
            <a:r>
              <a:rPr kumimoji="0" lang="ko-KR" altLang="en-US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파일에서 선택</a:t>
            </a:r>
            <a:r>
              <a:rPr kumimoji="0" lang="en-US" altLang="ko-KR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“ </a:t>
            </a:r>
            <a:r>
              <a:rPr kumimoji="0" lang="ko-KR" altLang="en-US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버튼을 클릭하여 </a:t>
            </a:r>
            <a:r>
              <a:rPr kumimoji="0" lang="en-US" altLang="ko-KR" sz="9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KNMESKEY.pfx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파일을 선택하여 암호를 입력 한다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(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암호 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 kleannara12#)</a:t>
            </a:r>
          </a:p>
          <a:p>
            <a:pPr marL="228600" indent="-228600" latinLnBrk="0">
              <a:buAutoNum type="arabicPeriod"/>
              <a:tabLst/>
            </a:pPr>
            <a:r>
              <a:rPr kumimoji="0" lang="ko-KR" altLang="en-US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확인버튼을 클릭하여 인증서를 가져온다</a:t>
            </a:r>
            <a:r>
              <a:rPr kumimoji="0" lang="en-US" altLang="ko-KR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 latinLnBrk="0">
              <a:buAutoNum type="arabicPeriod"/>
              <a:tabLst/>
            </a:pP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어셈블리 서명을 선택하여 </a:t>
            </a:r>
            <a:r>
              <a:rPr kumimoji="0" lang="en-US" altLang="ko-KR" sz="9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KNMESKEY.pfx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파일을 선택 한다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kumimoji="0" lang="en-US" altLang="ko-KR" sz="900" b="0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009" y="1783883"/>
            <a:ext cx="4943374" cy="164485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976" y="3645024"/>
            <a:ext cx="1992466" cy="648589"/>
          </a:xfrm>
          <a:prstGeom prst="rect">
            <a:avLst/>
          </a:prstGeom>
        </p:spPr>
      </p:pic>
      <p:sp>
        <p:nvSpPr>
          <p:cNvPr id="10" name="타원 9"/>
          <p:cNvSpPr/>
          <p:nvPr/>
        </p:nvSpPr>
        <p:spPr bwMode="auto">
          <a:xfrm>
            <a:off x="5882898" y="1340768"/>
            <a:ext cx="726286" cy="144015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1" name="타원 10"/>
          <p:cNvSpPr/>
          <p:nvPr/>
        </p:nvSpPr>
        <p:spPr bwMode="auto">
          <a:xfrm>
            <a:off x="4125056" y="1905368"/>
            <a:ext cx="899952" cy="227487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2" name="타원 11"/>
          <p:cNvSpPr/>
          <p:nvPr/>
        </p:nvSpPr>
        <p:spPr bwMode="auto">
          <a:xfrm>
            <a:off x="6940480" y="2852936"/>
            <a:ext cx="827944" cy="144016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3" name="타원 12"/>
          <p:cNvSpPr/>
          <p:nvPr/>
        </p:nvSpPr>
        <p:spPr bwMode="auto">
          <a:xfrm>
            <a:off x="1856656" y="2420691"/>
            <a:ext cx="661982" cy="144214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타원 13"/>
          <p:cNvSpPr/>
          <p:nvPr/>
        </p:nvSpPr>
        <p:spPr bwMode="auto">
          <a:xfrm>
            <a:off x="2463889" y="2548054"/>
            <a:ext cx="887676" cy="246624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0258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87" y="720102"/>
            <a:ext cx="4185759" cy="240549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8798" y="2058176"/>
            <a:ext cx="4835455" cy="2955000"/>
          </a:xfrm>
          <a:prstGeom prst="rect">
            <a:avLst/>
          </a:prstGeom>
        </p:spPr>
      </p:pic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251863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PC – STEP3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직사각형 182"/>
          <p:cNvSpPr>
            <a:spLocks noChangeArrowheads="1"/>
          </p:cNvSpPr>
          <p:nvPr/>
        </p:nvSpPr>
        <p:spPr bwMode="auto">
          <a:xfrm>
            <a:off x="272480" y="5661248"/>
            <a:ext cx="93610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AutoNum type="arabicPeriod"/>
              <a:tabLst/>
            </a:pPr>
            <a:r>
              <a:rPr kumimoji="0" lang="en-US" altLang="ko-KR" sz="9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SAMMI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프로젝트와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 </a:t>
            </a:r>
            <a:r>
              <a:rPr kumimoji="0" lang="en-US" altLang="ko-KR" sz="9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SmartDas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프로젝트의 속성 을 선택하여 서명 탭을 선택한다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kumimoji="0" lang="en-US" altLang="ko-KR" sz="900" b="0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marL="228600" indent="-228600" latinLnBrk="0">
              <a:buAutoNum type="arabicPeriod"/>
              <a:tabLst/>
            </a:pP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어셈블리 서명을 선택하여 </a:t>
            </a:r>
            <a:r>
              <a:rPr kumimoji="0" lang="en-US" altLang="ko-KR" sz="9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KNMESKEY.pfx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파일을 선택 한다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kumimoji="0" lang="en-US" altLang="ko-KR" sz="900" b="0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타원 2"/>
          <p:cNvSpPr/>
          <p:nvPr/>
        </p:nvSpPr>
        <p:spPr bwMode="auto">
          <a:xfrm>
            <a:off x="320787" y="2159702"/>
            <a:ext cx="778178" cy="144016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0" name="타원 9"/>
          <p:cNvSpPr/>
          <p:nvPr/>
        </p:nvSpPr>
        <p:spPr bwMode="auto">
          <a:xfrm>
            <a:off x="3875014" y="3701665"/>
            <a:ext cx="726286" cy="144015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3" name="타원 12"/>
          <p:cNvSpPr/>
          <p:nvPr/>
        </p:nvSpPr>
        <p:spPr bwMode="auto">
          <a:xfrm>
            <a:off x="1024525" y="2298742"/>
            <a:ext cx="920902" cy="338170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타원 13"/>
          <p:cNvSpPr/>
          <p:nvPr/>
        </p:nvSpPr>
        <p:spPr bwMode="auto">
          <a:xfrm>
            <a:off x="4575032" y="3845680"/>
            <a:ext cx="1242064" cy="447416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751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73" y="620688"/>
            <a:ext cx="7665163" cy="4949198"/>
          </a:xfrm>
          <a:prstGeom prst="rect">
            <a:avLst/>
          </a:prstGeom>
        </p:spPr>
      </p:pic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251863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PC – STEP4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직사각형 182"/>
          <p:cNvSpPr>
            <a:spLocks noChangeArrowheads="1"/>
          </p:cNvSpPr>
          <p:nvPr/>
        </p:nvSpPr>
        <p:spPr bwMode="auto">
          <a:xfrm>
            <a:off x="272480" y="5661248"/>
            <a:ext cx="936104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FontTx/>
              <a:buAutoNum type="arabicPeriod"/>
              <a:tabLst/>
            </a:pP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DAS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프로젝트의 속성에서  </a:t>
            </a:r>
            <a:r>
              <a:rPr kumimoji="0" lang="ko-KR" altLang="en-US" sz="9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보안탭을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선택하고 </a:t>
            </a:r>
            <a:r>
              <a:rPr kumimoji="0" lang="en-US" altLang="ko-KR" sz="9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ClickOnce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보안설정사용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완전 신뢰 응용프로그램을 선택한다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.</a:t>
            </a:r>
            <a:endParaRPr kumimoji="0" lang="ko-KR" altLang="en-US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타원 2"/>
          <p:cNvSpPr/>
          <p:nvPr/>
        </p:nvSpPr>
        <p:spPr bwMode="auto">
          <a:xfrm>
            <a:off x="1928664" y="2732773"/>
            <a:ext cx="778178" cy="144016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3" name="타원 12"/>
          <p:cNvSpPr/>
          <p:nvPr/>
        </p:nvSpPr>
        <p:spPr bwMode="auto">
          <a:xfrm>
            <a:off x="2545600" y="1628800"/>
            <a:ext cx="967239" cy="576064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5765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6" y="709508"/>
            <a:ext cx="7362552" cy="4800646"/>
          </a:xfrm>
          <a:prstGeom prst="rect">
            <a:avLst/>
          </a:prstGeom>
        </p:spPr>
      </p:pic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251863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PC – STEP5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직사각형 182"/>
          <p:cNvSpPr>
            <a:spLocks noChangeArrowheads="1"/>
          </p:cNvSpPr>
          <p:nvPr/>
        </p:nvSpPr>
        <p:spPr bwMode="auto">
          <a:xfrm>
            <a:off x="272480" y="5661248"/>
            <a:ext cx="856895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FontTx/>
              <a:buAutoNum type="arabicPeriod"/>
              <a:tabLst/>
            </a:pPr>
            <a:r>
              <a:rPr kumimoji="0" lang="ko-KR" altLang="en-US" sz="9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게시위치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... 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버튼을 클릭하고 이전에 파일시스템을 선택하여 이전에 만든 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D:\20.</a:t>
            </a:r>
            <a:r>
              <a:rPr kumimoji="0" lang="ko-KR" altLang="en-US" sz="9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깨끗한나라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\</a:t>
            </a:r>
            <a:r>
              <a:rPr kumimoji="0" lang="en-US" altLang="ko-KR" sz="9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kleannaraPOP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폴더를 선택 한다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 latinLnBrk="0">
              <a:buFontTx/>
              <a:buAutoNum type="arabicPeriod"/>
              <a:tabLst/>
            </a:pPr>
            <a:endParaRPr kumimoji="0" lang="en-US" altLang="ko-KR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marL="228600" indent="-228600" latinLnBrk="0">
              <a:buFontTx/>
              <a:buAutoNum type="arabicPeriod"/>
              <a:tabLst/>
            </a:pP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열기 버튼을 클릭하면 </a:t>
            </a:r>
            <a:r>
              <a:rPr kumimoji="0" lang="ko-KR" altLang="en-US" sz="9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폴더게시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위치가 바뀐다</a:t>
            </a:r>
          </a:p>
        </p:txBody>
      </p:sp>
      <p:sp>
        <p:nvSpPr>
          <p:cNvPr id="3" name="타원 2"/>
          <p:cNvSpPr/>
          <p:nvPr/>
        </p:nvSpPr>
        <p:spPr bwMode="auto">
          <a:xfrm>
            <a:off x="1928664" y="2885175"/>
            <a:ext cx="778178" cy="144016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3" name="타원 12"/>
          <p:cNvSpPr/>
          <p:nvPr/>
        </p:nvSpPr>
        <p:spPr bwMode="auto">
          <a:xfrm>
            <a:off x="4943376" y="1844824"/>
            <a:ext cx="369664" cy="216024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546" y="1252233"/>
            <a:ext cx="3504351" cy="3724077"/>
          </a:xfrm>
          <a:prstGeom prst="rect">
            <a:avLst/>
          </a:prstGeom>
        </p:spPr>
      </p:pic>
      <p:sp>
        <p:nvSpPr>
          <p:cNvPr id="9" name="타원 8"/>
          <p:cNvSpPr/>
          <p:nvPr/>
        </p:nvSpPr>
        <p:spPr bwMode="auto">
          <a:xfrm>
            <a:off x="6321152" y="2733743"/>
            <a:ext cx="1080120" cy="295447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8311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6" y="709508"/>
            <a:ext cx="7362552" cy="4800646"/>
          </a:xfrm>
          <a:prstGeom prst="rect">
            <a:avLst/>
          </a:prstGeom>
        </p:spPr>
      </p:pic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251863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PC – STEP6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직사각형 182"/>
          <p:cNvSpPr>
            <a:spLocks noChangeArrowheads="1"/>
          </p:cNvSpPr>
          <p:nvPr/>
        </p:nvSpPr>
        <p:spPr bwMode="auto">
          <a:xfrm>
            <a:off x="272480" y="5661248"/>
            <a:ext cx="856895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FontTx/>
              <a:buAutoNum type="arabicPeriod"/>
              <a:tabLst/>
            </a:pPr>
            <a:r>
              <a:rPr kumimoji="0" lang="ko-KR" altLang="en-US" sz="9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설치폴더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URL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부분은 </a:t>
            </a:r>
            <a:r>
              <a:rPr kumimoji="0" lang="ko-KR" altLang="en-US" sz="9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직접텍스를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입력해야 하는데 배포할 서버의 정보를 입력해야 한다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0" indent="0" latinLnBrk="0">
              <a:tabLst/>
            </a:pPr>
            <a:endParaRPr kumimoji="0" lang="en-US" altLang="ko-KR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tabLst/>
            </a:pP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    </a:t>
            </a:r>
            <a:r>
              <a:rPr kumimoji="0" lang="ko-KR" altLang="en-US" sz="9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서버위치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. http://10.2.14.190/kleannaraPOP/</a:t>
            </a:r>
            <a:endParaRPr kumimoji="0" lang="ko-KR" altLang="en-US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타원 2"/>
          <p:cNvSpPr/>
          <p:nvPr/>
        </p:nvSpPr>
        <p:spPr bwMode="auto">
          <a:xfrm>
            <a:off x="1928664" y="2885175"/>
            <a:ext cx="778178" cy="144016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3" name="타원 12"/>
          <p:cNvSpPr/>
          <p:nvPr/>
        </p:nvSpPr>
        <p:spPr bwMode="auto">
          <a:xfrm>
            <a:off x="2518638" y="2060848"/>
            <a:ext cx="2794402" cy="288032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3391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6" y="709508"/>
            <a:ext cx="7362552" cy="4800646"/>
          </a:xfrm>
          <a:prstGeom prst="rect">
            <a:avLst/>
          </a:prstGeom>
        </p:spPr>
      </p:pic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251863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PC – STEP7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직사각형 182"/>
          <p:cNvSpPr>
            <a:spLocks noChangeArrowheads="1"/>
          </p:cNvSpPr>
          <p:nvPr/>
        </p:nvSpPr>
        <p:spPr bwMode="auto">
          <a:xfrm>
            <a:off x="272480" y="5661248"/>
            <a:ext cx="85689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FontTx/>
              <a:buAutoNum type="arabicPeriod"/>
              <a:tabLst/>
            </a:pP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필수구성요소 가 선택되어 있는지 확인</a:t>
            </a:r>
            <a:r>
              <a:rPr kumimoji="0" lang="ko-KR" altLang="en-US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한다</a:t>
            </a:r>
            <a:r>
              <a:rPr kumimoji="0" lang="en-US" altLang="ko-KR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.</a:t>
            </a:r>
            <a:endParaRPr kumimoji="0" lang="en-US" altLang="ko-KR" sz="900" b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tabLst/>
            </a:pP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	Microsoft .NET Framework 4( x86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및 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x64)</a:t>
            </a:r>
          </a:p>
          <a:p>
            <a:pPr marL="0" indent="0" latinLnBrk="0">
              <a:tabLst/>
            </a:pP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	Windows Installer 3.1</a:t>
            </a:r>
            <a:endParaRPr kumimoji="0" lang="en-US" altLang="ko-KR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marL="228600" indent="-228600" latinLnBrk="0">
              <a:buFontTx/>
              <a:buAutoNum type="arabicPeriod"/>
              <a:tabLst/>
            </a:pPr>
            <a:endParaRPr kumimoji="0" lang="ko-KR" altLang="en-US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타원 2"/>
          <p:cNvSpPr/>
          <p:nvPr/>
        </p:nvSpPr>
        <p:spPr bwMode="auto">
          <a:xfrm>
            <a:off x="1928664" y="2885175"/>
            <a:ext cx="778178" cy="144016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3" name="타원 12"/>
          <p:cNvSpPr/>
          <p:nvPr/>
        </p:nvSpPr>
        <p:spPr bwMode="auto">
          <a:xfrm flipV="1">
            <a:off x="4352634" y="2564903"/>
            <a:ext cx="936104" cy="216025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738" y="1772816"/>
            <a:ext cx="3705313" cy="2872730"/>
          </a:xfrm>
          <a:prstGeom prst="rect">
            <a:avLst/>
          </a:prstGeom>
        </p:spPr>
      </p:pic>
      <p:sp>
        <p:nvSpPr>
          <p:cNvPr id="8" name="타원 7"/>
          <p:cNvSpPr/>
          <p:nvPr/>
        </p:nvSpPr>
        <p:spPr bwMode="auto">
          <a:xfrm flipV="1">
            <a:off x="5288738" y="2139640"/>
            <a:ext cx="3568664" cy="1145343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085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6" y="709508"/>
            <a:ext cx="7362552" cy="4800646"/>
          </a:xfrm>
          <a:prstGeom prst="rect">
            <a:avLst/>
          </a:prstGeom>
        </p:spPr>
      </p:pic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251863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PC – STEP8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직사각형 182"/>
          <p:cNvSpPr>
            <a:spLocks noChangeArrowheads="1"/>
          </p:cNvSpPr>
          <p:nvPr/>
        </p:nvSpPr>
        <p:spPr bwMode="auto">
          <a:xfrm>
            <a:off x="272480" y="5661248"/>
            <a:ext cx="85689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FontTx/>
              <a:buAutoNum type="arabicPeriod"/>
              <a:tabLst/>
            </a:pP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업데이트버튼을 선택하고 응용프로그램 </a:t>
            </a:r>
            <a:r>
              <a:rPr kumimoji="0" lang="ko-KR" altLang="en-US" sz="9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시작전을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선택 한다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 latinLnBrk="0">
              <a:buFontTx/>
              <a:buAutoNum type="arabicPeriod"/>
              <a:tabLst/>
            </a:pP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업데이트 위치 </a:t>
            </a:r>
            <a:r>
              <a:rPr kumimoji="0" lang="ko-KR" altLang="en-US" sz="9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를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입력 한다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. (</a:t>
            </a:r>
            <a:r>
              <a:rPr kumimoji="0" lang="ko-KR" altLang="en-US" sz="9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서버위치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: http://10.2.14.190/kleannaraPOP/)</a:t>
            </a:r>
          </a:p>
          <a:p>
            <a:pPr marL="228600" indent="-228600" latinLnBrk="0">
              <a:buFontTx/>
              <a:buAutoNum type="arabicPeriod"/>
              <a:tabLst/>
            </a:pP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확인버튼을 선택한다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 latinLnBrk="0">
              <a:buFontTx/>
              <a:buAutoNum type="arabicPeriod"/>
              <a:tabLst/>
            </a:pPr>
            <a:endParaRPr kumimoji="0" lang="ko-KR" altLang="en-US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타원 2"/>
          <p:cNvSpPr/>
          <p:nvPr/>
        </p:nvSpPr>
        <p:spPr bwMode="auto">
          <a:xfrm>
            <a:off x="1928664" y="2885175"/>
            <a:ext cx="778178" cy="144016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3" name="타원 12"/>
          <p:cNvSpPr/>
          <p:nvPr/>
        </p:nvSpPr>
        <p:spPr bwMode="auto">
          <a:xfrm flipV="1">
            <a:off x="4352634" y="2724822"/>
            <a:ext cx="936104" cy="216025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848" y="1468715"/>
            <a:ext cx="3777674" cy="3328437"/>
          </a:xfrm>
          <a:prstGeom prst="rect">
            <a:avLst/>
          </a:prstGeom>
        </p:spPr>
      </p:pic>
      <p:sp>
        <p:nvSpPr>
          <p:cNvPr id="8" name="타원 7"/>
          <p:cNvSpPr/>
          <p:nvPr/>
        </p:nvSpPr>
        <p:spPr bwMode="auto">
          <a:xfrm flipV="1">
            <a:off x="5344776" y="2348879"/>
            <a:ext cx="3568664" cy="591967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9" name="타원 8"/>
          <p:cNvSpPr/>
          <p:nvPr/>
        </p:nvSpPr>
        <p:spPr bwMode="auto">
          <a:xfrm flipV="1">
            <a:off x="5169024" y="3929516"/>
            <a:ext cx="3168352" cy="579604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098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6" y="709508"/>
            <a:ext cx="7362552" cy="4800646"/>
          </a:xfrm>
          <a:prstGeom prst="rect">
            <a:avLst/>
          </a:prstGeom>
        </p:spPr>
      </p:pic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251863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PC – STEP9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직사각형 182"/>
          <p:cNvSpPr>
            <a:spLocks noChangeArrowheads="1"/>
          </p:cNvSpPr>
          <p:nvPr/>
        </p:nvSpPr>
        <p:spPr bwMode="auto">
          <a:xfrm>
            <a:off x="272480" y="5661248"/>
            <a:ext cx="85689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FontTx/>
              <a:buAutoNum type="arabicPeriod"/>
              <a:tabLst/>
            </a:pP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옵션 버튼을 선택하고 설명 의 </a:t>
            </a:r>
            <a:r>
              <a:rPr kumimoji="0" lang="ko-KR" altLang="en-US" sz="9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게지자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이름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,</a:t>
            </a:r>
            <a:r>
              <a:rPr kumimoji="0" lang="en-US" altLang="ko-KR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b="0" i="0" u="none" strike="noStrike" cap="none" normalizeH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제품군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제품 이름을 동일하게 입력한다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kumimoji="0" lang="en-US" altLang="ko-KR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marL="228600" indent="-228600" latinLnBrk="0">
              <a:buFontTx/>
              <a:buAutoNum type="arabicPeriod"/>
              <a:tabLst/>
            </a:pPr>
            <a:endParaRPr kumimoji="0" lang="ko-KR" altLang="en-US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타원 2"/>
          <p:cNvSpPr/>
          <p:nvPr/>
        </p:nvSpPr>
        <p:spPr bwMode="auto">
          <a:xfrm>
            <a:off x="1928664" y="2885175"/>
            <a:ext cx="778178" cy="144016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3" name="타원 12"/>
          <p:cNvSpPr/>
          <p:nvPr/>
        </p:nvSpPr>
        <p:spPr bwMode="auto">
          <a:xfrm flipV="1">
            <a:off x="4352634" y="2924943"/>
            <a:ext cx="936104" cy="216025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9103" y="2060848"/>
            <a:ext cx="4260533" cy="2707005"/>
          </a:xfrm>
          <a:prstGeom prst="rect">
            <a:avLst/>
          </a:prstGeom>
        </p:spPr>
      </p:pic>
      <p:sp>
        <p:nvSpPr>
          <p:cNvPr id="8" name="타원 7"/>
          <p:cNvSpPr/>
          <p:nvPr/>
        </p:nvSpPr>
        <p:spPr bwMode="auto">
          <a:xfrm flipV="1">
            <a:off x="6321152" y="2348878"/>
            <a:ext cx="2592288" cy="1872209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32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6" y="709508"/>
            <a:ext cx="7362552" cy="4800646"/>
          </a:xfrm>
          <a:prstGeom prst="rect">
            <a:avLst/>
          </a:prstGeom>
        </p:spPr>
      </p:pic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266771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PC – STEP10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직사각형 182"/>
          <p:cNvSpPr>
            <a:spLocks noChangeArrowheads="1"/>
          </p:cNvSpPr>
          <p:nvPr/>
        </p:nvSpPr>
        <p:spPr bwMode="auto">
          <a:xfrm>
            <a:off x="272480" y="5661248"/>
            <a:ext cx="856895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FontTx/>
              <a:buAutoNum type="arabicPeriod"/>
              <a:tabLst/>
            </a:pP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배포 탭에서 내용을 위와 동일하게 입력한다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 latinLnBrk="0">
              <a:buFontTx/>
              <a:buAutoNum type="arabicPeriod"/>
              <a:tabLst/>
            </a:pPr>
            <a:r>
              <a:rPr kumimoji="0" lang="ko-KR" altLang="en-US" sz="9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매니페스트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탭에서 위와 동일하게 입력한다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kumimoji="0" lang="en-US" altLang="ko-KR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marL="228600" indent="-228600" latinLnBrk="0">
              <a:buFontTx/>
              <a:buAutoNum type="arabicPeriod"/>
              <a:tabLst/>
            </a:pPr>
            <a:endParaRPr kumimoji="0" lang="ko-KR" altLang="en-US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타원 2"/>
          <p:cNvSpPr/>
          <p:nvPr/>
        </p:nvSpPr>
        <p:spPr bwMode="auto">
          <a:xfrm>
            <a:off x="1928664" y="2885175"/>
            <a:ext cx="778178" cy="144016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3" name="타원 12"/>
          <p:cNvSpPr/>
          <p:nvPr/>
        </p:nvSpPr>
        <p:spPr bwMode="auto">
          <a:xfrm flipV="1">
            <a:off x="4352634" y="2924943"/>
            <a:ext cx="936104" cy="216025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048" y="695675"/>
            <a:ext cx="4260533" cy="2707005"/>
          </a:xfrm>
          <a:prstGeom prst="rect">
            <a:avLst/>
          </a:prstGeom>
        </p:spPr>
      </p:pic>
      <p:sp>
        <p:nvSpPr>
          <p:cNvPr id="8" name="타원 7"/>
          <p:cNvSpPr/>
          <p:nvPr/>
        </p:nvSpPr>
        <p:spPr bwMode="auto">
          <a:xfrm flipV="1">
            <a:off x="6105128" y="709508"/>
            <a:ext cx="3119748" cy="1872212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7299" y="3427263"/>
            <a:ext cx="4260533" cy="2707005"/>
          </a:xfrm>
          <a:prstGeom prst="rect">
            <a:avLst/>
          </a:prstGeom>
        </p:spPr>
      </p:pic>
      <p:sp>
        <p:nvSpPr>
          <p:cNvPr id="12" name="타원 11"/>
          <p:cNvSpPr/>
          <p:nvPr/>
        </p:nvSpPr>
        <p:spPr bwMode="auto">
          <a:xfrm flipV="1">
            <a:off x="6136117" y="3427263"/>
            <a:ext cx="3119748" cy="1872212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1426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96" y="709508"/>
            <a:ext cx="7362552" cy="4800646"/>
          </a:xfrm>
          <a:prstGeom prst="rect">
            <a:avLst/>
          </a:prstGeom>
        </p:spPr>
      </p:pic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266771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PC – STEP11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직사각형 182"/>
          <p:cNvSpPr>
            <a:spLocks noChangeArrowheads="1"/>
          </p:cNvSpPr>
          <p:nvPr/>
        </p:nvSpPr>
        <p:spPr bwMode="auto">
          <a:xfrm>
            <a:off x="272480" y="5661248"/>
            <a:ext cx="85689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FontTx/>
              <a:buAutoNum type="arabicPeriod"/>
              <a:tabLst/>
            </a:pP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모든 설정을 </a:t>
            </a:r>
            <a:r>
              <a:rPr kumimoji="0" lang="ko-KR" altLang="en-US" sz="9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완료후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9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지금게시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버튼을 </a:t>
            </a:r>
            <a:r>
              <a:rPr kumimoji="0" lang="ko-KR" altLang="en-US" sz="9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클락하면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Local PC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에 게시 파일이 생성된다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kumimoji="0" lang="en-US" altLang="ko-KR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marL="228600" indent="-228600" latinLnBrk="0">
              <a:buFontTx/>
              <a:buAutoNum type="arabicPeriod"/>
              <a:tabLst/>
            </a:pPr>
            <a:endParaRPr kumimoji="0" lang="ko-KR" altLang="en-US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타원 2"/>
          <p:cNvSpPr/>
          <p:nvPr/>
        </p:nvSpPr>
        <p:spPr bwMode="auto">
          <a:xfrm>
            <a:off x="1928664" y="2885175"/>
            <a:ext cx="778178" cy="144016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3" name="타원 12"/>
          <p:cNvSpPr/>
          <p:nvPr/>
        </p:nvSpPr>
        <p:spPr bwMode="auto">
          <a:xfrm flipV="1">
            <a:off x="4448944" y="3645024"/>
            <a:ext cx="936104" cy="216025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6207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04" y="779157"/>
            <a:ext cx="6841778" cy="4670227"/>
          </a:xfrm>
          <a:prstGeom prst="rect">
            <a:avLst/>
          </a:prstGeom>
        </p:spPr>
      </p:pic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266771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PC – STEP12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직사각형 182"/>
          <p:cNvSpPr>
            <a:spLocks noChangeArrowheads="1"/>
          </p:cNvSpPr>
          <p:nvPr/>
        </p:nvSpPr>
        <p:spPr bwMode="auto">
          <a:xfrm>
            <a:off x="272480" y="5661248"/>
            <a:ext cx="856895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FontTx/>
              <a:buAutoNum type="arabicPeriod"/>
              <a:tabLst/>
            </a:pPr>
            <a:endParaRPr kumimoji="0" lang="ko-KR" altLang="en-US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타원 2"/>
          <p:cNvSpPr/>
          <p:nvPr/>
        </p:nvSpPr>
        <p:spPr bwMode="auto">
          <a:xfrm>
            <a:off x="776536" y="1628800"/>
            <a:ext cx="936104" cy="432048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5" name="직사각형 4"/>
          <p:cNvSpPr/>
          <p:nvPr/>
        </p:nvSpPr>
        <p:spPr bwMode="auto">
          <a:xfrm>
            <a:off x="2864768" y="1412776"/>
            <a:ext cx="4465514" cy="1800200"/>
          </a:xfrm>
          <a:prstGeom prst="rect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64768" y="2655030"/>
            <a:ext cx="44069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rgbClr val="FF0000"/>
                </a:solidFill>
              </a:rPr>
              <a:t>로컬폴더에</a:t>
            </a:r>
            <a:r>
              <a:rPr lang="ko-KR" altLang="en-US" sz="1400" dirty="0">
                <a:solidFill>
                  <a:srgbClr val="FF0000"/>
                </a:solidFill>
              </a:rPr>
              <a:t> 게시된 모습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en-US" altLang="ko-KR" sz="1400" dirty="0" smtClean="0">
                <a:solidFill>
                  <a:srgbClr val="FF0000"/>
                </a:solidFill>
              </a:rPr>
              <a:t>(</a:t>
            </a:r>
            <a:r>
              <a:rPr lang="ko-KR" altLang="en-US" sz="1400" dirty="0" smtClean="0">
                <a:solidFill>
                  <a:srgbClr val="FF0000"/>
                </a:solidFill>
              </a:rPr>
              <a:t>처음에는 </a:t>
            </a:r>
            <a:r>
              <a:rPr lang="ko-KR" altLang="en-US" sz="1400" dirty="0" err="1" smtClean="0">
                <a:solidFill>
                  <a:srgbClr val="FF0000"/>
                </a:solidFill>
              </a:rPr>
              <a:t>전체파일을</a:t>
            </a:r>
            <a:r>
              <a:rPr lang="ko-KR" altLang="en-US" sz="1400" dirty="0" smtClean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rgbClr val="FF0000"/>
                </a:solidFill>
              </a:rPr>
              <a:t>서버로 복사해서 </a:t>
            </a:r>
            <a:r>
              <a:rPr lang="ko-KR" altLang="en-US" sz="1400" dirty="0" err="1">
                <a:solidFill>
                  <a:srgbClr val="FF0000"/>
                </a:solidFill>
              </a:rPr>
              <a:t>붙여넣기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 err="1">
                <a:solidFill>
                  <a:srgbClr val="FF0000"/>
                </a:solidFill>
              </a:rPr>
              <a:t>할것</a:t>
            </a:r>
            <a:r>
              <a:rPr lang="en-US" altLang="ko-KR" sz="1400" dirty="0">
                <a:solidFill>
                  <a:srgbClr val="FF0000"/>
                </a:solidFill>
              </a:rPr>
              <a:t>!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69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736" y="2914917"/>
            <a:ext cx="6812280" cy="2377440"/>
          </a:xfrm>
          <a:prstGeom prst="rect">
            <a:avLst/>
          </a:prstGeom>
        </p:spPr>
      </p:pic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266771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로컬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PC – STEP13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직사각형 182"/>
          <p:cNvSpPr>
            <a:spLocks noChangeArrowheads="1"/>
          </p:cNvSpPr>
          <p:nvPr/>
        </p:nvSpPr>
        <p:spPr bwMode="auto">
          <a:xfrm>
            <a:off x="272480" y="5661248"/>
            <a:ext cx="856895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FontTx/>
              <a:buAutoNum type="arabicPeriod"/>
              <a:tabLst/>
            </a:pPr>
            <a:endParaRPr kumimoji="0" lang="ko-KR" altLang="en-US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타원 2"/>
          <p:cNvSpPr/>
          <p:nvPr/>
        </p:nvSpPr>
        <p:spPr bwMode="auto">
          <a:xfrm>
            <a:off x="2720752" y="3937533"/>
            <a:ext cx="936104" cy="432048"/>
          </a:xfrm>
          <a:prstGeom prst="ellipse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5" name="직사각형 4"/>
          <p:cNvSpPr/>
          <p:nvPr/>
        </p:nvSpPr>
        <p:spPr bwMode="auto">
          <a:xfrm>
            <a:off x="5169024" y="4369581"/>
            <a:ext cx="4105474" cy="576064"/>
          </a:xfrm>
          <a:prstGeom prst="rect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28" y="691520"/>
            <a:ext cx="6812280" cy="2377440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 bwMode="auto">
          <a:xfrm>
            <a:off x="3368824" y="2564904"/>
            <a:ext cx="3744416" cy="288032"/>
          </a:xfrm>
          <a:prstGeom prst="rect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1" name="직사각형 182"/>
          <p:cNvSpPr>
            <a:spLocks noChangeArrowheads="1"/>
          </p:cNvSpPr>
          <p:nvPr/>
        </p:nvSpPr>
        <p:spPr bwMode="auto">
          <a:xfrm>
            <a:off x="272480" y="5661248"/>
            <a:ext cx="856895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FontTx/>
              <a:buAutoNum type="arabicPeriod"/>
              <a:tabLst/>
            </a:pPr>
            <a:r>
              <a:rPr kumimoji="0" lang="ko-KR" altLang="en-US" sz="9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전체파일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복사한 이후</a:t>
            </a:r>
            <a:r>
              <a:rPr kumimoji="0" lang="ko-KR" altLang="en-US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추가 배포 때는  아래 순서대로 서버에 복사 해야한다</a:t>
            </a:r>
            <a:r>
              <a:rPr kumimoji="0" lang="en-US" altLang="ko-KR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457200" lvl="1" indent="0" latinLnBrk="0">
              <a:tabLst/>
            </a:pPr>
            <a:r>
              <a:rPr kumimoji="0" lang="en-US" altLang="ko-KR" sz="900" b="0" baseline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① </a:t>
            </a:r>
            <a:r>
              <a:rPr kumimoji="0" lang="en-US" altLang="ko-KR" sz="900" b="0" baseline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kleannaraPOP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\</a:t>
            </a:r>
            <a:r>
              <a:rPr kumimoji="0" lang="en-US" altLang="ko-KR" sz="900" b="0" baseline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Application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Files 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폴더에 있는 현재 게시한 </a:t>
            </a:r>
            <a:r>
              <a:rPr kumimoji="0" lang="ko-KR" altLang="en-US" sz="9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파일폴더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복사 한다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457200" lvl="1" indent="0" latinLnBrk="0">
              <a:tabLst/>
            </a:pP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② </a:t>
            </a:r>
            <a:r>
              <a:rPr kumimoji="0" lang="en-US" altLang="ko-KR" sz="9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kleannaraPOP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폴더에 있는 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3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개 파일 복사 한다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.</a:t>
            </a:r>
            <a:endParaRPr kumimoji="0" lang="ko-KR" altLang="en-US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154916" y="2195572"/>
                <a:ext cx="4167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①</m:t>
                      </m:r>
                    </m:oMath>
                  </m:oMathPara>
                </a14:m>
                <a:endParaRPr lang="ko-KR" altLang="en-US" sz="2400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916" y="2195572"/>
                <a:ext cx="416781" cy="369332"/>
              </a:xfrm>
              <a:prstGeom prst="rect">
                <a:avLst/>
              </a:prstGeom>
              <a:blipFill>
                <a:blip r:embed="rId5"/>
                <a:stretch>
                  <a:fillRect l="-20588" t="-4918" r="-20588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846115" y="4045504"/>
                <a:ext cx="4167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②</m:t>
                      </m:r>
                    </m:oMath>
                  </m:oMathPara>
                </a14:m>
                <a:endParaRPr lang="ko-KR" altLang="en-US" sz="2400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115" y="4045504"/>
                <a:ext cx="416781" cy="369332"/>
              </a:xfrm>
              <a:prstGeom prst="rect">
                <a:avLst/>
              </a:prstGeom>
              <a:blipFill>
                <a:blip r:embed="rId6"/>
                <a:stretch>
                  <a:fillRect l="-20588" t="-5000" r="-20588" b="-2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2174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219803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서버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– STEP1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직사각형 182"/>
          <p:cNvSpPr>
            <a:spLocks noChangeArrowheads="1"/>
          </p:cNvSpPr>
          <p:nvPr/>
        </p:nvSpPr>
        <p:spPr bwMode="auto">
          <a:xfrm>
            <a:off x="272480" y="5661248"/>
            <a:ext cx="856895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FontTx/>
              <a:buAutoNum type="arabicPeriod"/>
              <a:tabLst/>
            </a:pPr>
            <a:endParaRPr kumimoji="0" lang="ko-KR" altLang="en-US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82"/>
          <p:cNvSpPr>
            <a:spLocks noChangeArrowheads="1"/>
          </p:cNvSpPr>
          <p:nvPr/>
        </p:nvSpPr>
        <p:spPr bwMode="auto">
          <a:xfrm>
            <a:off x="272480" y="5661248"/>
            <a:ext cx="8568952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FontTx/>
              <a:buAutoNum type="arabicPeriod"/>
              <a:tabLst/>
            </a:pP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원격 데스크톱 연결 시 옵션 표시 선택</a:t>
            </a:r>
            <a:endParaRPr kumimoji="0" lang="en-US" altLang="ko-KR" sz="9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latinLnBrk="0">
              <a:buFontTx/>
              <a:buAutoNum type="arabicPeriod"/>
              <a:tabLst/>
            </a:pP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로컬 리소스 탭 에서 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“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자세히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“ 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버튼 선택</a:t>
            </a:r>
            <a:endParaRPr kumimoji="0" lang="en-US" altLang="ko-KR" sz="9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latinLnBrk="0">
              <a:buFontTx/>
              <a:buAutoNum type="arabicPeriod"/>
              <a:tabLst/>
            </a:pPr>
            <a:r>
              <a:rPr kumimoji="0" lang="ko-KR" altLang="en-US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배포할 파일이 있는 드라이브를 체크 하고 확인</a:t>
            </a:r>
            <a:endParaRPr kumimoji="0" lang="en-US" altLang="ko-KR" sz="900" b="0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marL="228600" indent="-228600" latinLnBrk="0">
              <a:buFontTx/>
              <a:buAutoNum type="arabicPeriod"/>
              <a:tabLst/>
            </a:pP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원격접속 연결</a:t>
            </a:r>
            <a:endParaRPr kumimoji="0" lang="en-US" altLang="ko-KR" sz="9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tabLst/>
            </a:pPr>
            <a:r>
              <a:rPr kumimoji="0" lang="ko-KR" altLang="en-US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     암호 </a:t>
            </a:r>
            <a:r>
              <a:rPr kumimoji="0" lang="en-US" altLang="ko-KR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: kleannara12#</a:t>
            </a:r>
          </a:p>
          <a:p>
            <a:pPr marL="228600" indent="-228600" latinLnBrk="0">
              <a:buFontTx/>
              <a:buAutoNum type="arabicPeriod"/>
              <a:tabLst/>
            </a:pPr>
            <a:endParaRPr kumimoji="0" lang="en-US" altLang="ko-KR" sz="900" b="0" i="0" u="none" strike="noStrike" cap="none" normalizeH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marL="457200" lvl="1" indent="0" latinLnBrk="0">
              <a:tabLst/>
            </a:pPr>
            <a:endParaRPr kumimoji="0" lang="ko-KR" altLang="en-US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93" y="980729"/>
            <a:ext cx="2714625" cy="164020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872" y="804136"/>
            <a:ext cx="2714625" cy="322897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168" y="835170"/>
            <a:ext cx="2714625" cy="247459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509" y="3715740"/>
            <a:ext cx="2606040" cy="192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6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219803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서버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– STEP2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직사각형 182"/>
          <p:cNvSpPr>
            <a:spLocks noChangeArrowheads="1"/>
          </p:cNvSpPr>
          <p:nvPr/>
        </p:nvSpPr>
        <p:spPr bwMode="auto">
          <a:xfrm>
            <a:off x="272480" y="5661248"/>
            <a:ext cx="856895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FontTx/>
              <a:buAutoNum type="arabicPeriod"/>
              <a:tabLst/>
            </a:pPr>
            <a:endParaRPr kumimoji="0" lang="ko-KR" altLang="en-US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82"/>
          <p:cNvSpPr>
            <a:spLocks noChangeArrowheads="1"/>
          </p:cNvSpPr>
          <p:nvPr/>
        </p:nvSpPr>
        <p:spPr bwMode="auto">
          <a:xfrm>
            <a:off x="272480" y="5661248"/>
            <a:ext cx="856895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FontTx/>
              <a:buAutoNum type="arabicPeriod"/>
              <a:tabLst/>
            </a:pP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IIS 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관리자 설정 된 화면</a:t>
            </a:r>
            <a:endParaRPr kumimoji="0" lang="en-US" altLang="ko-KR" sz="900" b="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latinLnBrk="0">
              <a:buFontTx/>
              <a:buAutoNum type="arabicPeriod"/>
              <a:tabLst/>
            </a:pPr>
            <a:r>
              <a:rPr kumimoji="0" lang="ko-KR" altLang="en-US" sz="9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전체파일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복사한 이후</a:t>
            </a:r>
            <a:r>
              <a:rPr kumimoji="0" lang="ko-KR" altLang="en-US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추가 배포 때는  아래 순서대로 서버에 복사 해야한다</a:t>
            </a:r>
            <a:r>
              <a:rPr kumimoji="0" lang="en-US" altLang="ko-KR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457200" lvl="1" indent="0" latinLnBrk="0">
              <a:tabLst/>
            </a:pPr>
            <a:r>
              <a:rPr kumimoji="0" lang="en-US" altLang="ko-KR" sz="900" b="0" baseline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① </a:t>
            </a:r>
            <a:r>
              <a:rPr kumimoji="0" lang="en-US" altLang="ko-KR" sz="900" b="0" baseline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kleannaraPOP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\</a:t>
            </a:r>
            <a:r>
              <a:rPr kumimoji="0" lang="en-US" altLang="ko-KR" sz="900" b="0" baseline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Application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Files 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폴더에 있는 현재 게시한 </a:t>
            </a:r>
            <a:r>
              <a:rPr kumimoji="0" lang="ko-KR" altLang="en-US" sz="900" b="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파일폴더</a:t>
            </a:r>
            <a:r>
              <a:rPr kumimoji="0" lang="ko-KR" altLang="en-US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복사 한다</a:t>
            </a:r>
            <a:r>
              <a:rPr kumimoji="0" lang="en-US" altLang="ko-KR" sz="9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457200" lvl="1" indent="0" latinLnBrk="0">
              <a:tabLst/>
            </a:pP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② </a:t>
            </a:r>
            <a:r>
              <a:rPr kumimoji="0" lang="en-US" altLang="ko-KR" sz="9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kleannaraPOP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폴더에 있는 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3</a:t>
            </a:r>
            <a:r>
              <a:rPr kumimoji="0" lang="ko-KR" altLang="en-US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개 파일 복사 한다</a:t>
            </a:r>
            <a:r>
              <a:rPr kumimoji="0" lang="en-US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.</a:t>
            </a:r>
            <a:endParaRPr kumimoji="0" lang="ko-KR" altLang="en-US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  <a:p>
            <a:pPr marL="228600" indent="-228600" latinLnBrk="0">
              <a:buFontTx/>
              <a:buAutoNum type="arabicPeriod"/>
              <a:tabLst/>
            </a:pPr>
            <a:endParaRPr kumimoji="0" lang="ko-KR" altLang="en-US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12" y="764704"/>
            <a:ext cx="7660957" cy="458724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8744" y="1700808"/>
            <a:ext cx="7200900" cy="351377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 bwMode="auto">
          <a:xfrm>
            <a:off x="4953000" y="3212976"/>
            <a:ext cx="4896544" cy="1584176"/>
          </a:xfrm>
          <a:prstGeom prst="rect">
            <a:avLst/>
          </a:prstGeom>
          <a:noFill/>
          <a:ln w="12700">
            <a:solidFill>
              <a:srgbClr val="FF0000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endParaRPr lang="ko-KR" altLang="en-US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10040" y="4404168"/>
            <a:ext cx="33824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  <a:latin typeface="+mj-lt"/>
              </a:rPr>
              <a:t>LOCAL PC</a:t>
            </a:r>
            <a:r>
              <a:rPr lang="ko-KR" altLang="en-US" sz="1400" dirty="0" smtClean="0">
                <a:solidFill>
                  <a:srgbClr val="FF0000"/>
                </a:solidFill>
                <a:latin typeface="+mj-lt"/>
              </a:rPr>
              <a:t>의 파일을 </a:t>
            </a:r>
            <a:r>
              <a:rPr lang="ko-KR" altLang="en-US" sz="1400" dirty="0" err="1" smtClean="0">
                <a:solidFill>
                  <a:srgbClr val="FF0000"/>
                </a:solidFill>
                <a:latin typeface="+mj-lt"/>
              </a:rPr>
              <a:t>서버에복사하면</a:t>
            </a:r>
            <a:r>
              <a:rPr lang="ko-KR" altLang="en-US" sz="1400" dirty="0" smtClean="0">
                <a:solidFill>
                  <a:srgbClr val="FF0000"/>
                </a:solidFill>
                <a:latin typeface="+mj-lt"/>
              </a:rPr>
              <a:t> 됨</a:t>
            </a:r>
            <a:r>
              <a:rPr lang="en-US" altLang="ko-KR" sz="1400" dirty="0" smtClean="0">
                <a:solidFill>
                  <a:srgbClr val="FF0000"/>
                </a:solidFill>
                <a:latin typeface="+mj-lt"/>
              </a:rPr>
              <a:t>.</a:t>
            </a:r>
            <a:endParaRPr lang="ko-KR" altLang="en-US" sz="1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65168" y="3666459"/>
            <a:ext cx="2159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0" dirty="0" smtClean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배포된 모습</a:t>
            </a:r>
            <a:endParaRPr lang="ko-KR" altLang="en-US" sz="2800" b="0" dirty="0"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423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30" y="805292"/>
            <a:ext cx="6675120" cy="4625340"/>
          </a:xfrm>
          <a:prstGeom prst="rect">
            <a:avLst/>
          </a:prstGeom>
        </p:spPr>
      </p:pic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219803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배포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– STEP1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직사각형 182"/>
          <p:cNvSpPr>
            <a:spLocks noChangeArrowheads="1"/>
          </p:cNvSpPr>
          <p:nvPr/>
        </p:nvSpPr>
        <p:spPr bwMode="auto">
          <a:xfrm>
            <a:off x="272480" y="5661248"/>
            <a:ext cx="856895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FontTx/>
              <a:buAutoNum type="arabicPeriod"/>
              <a:tabLst/>
            </a:pPr>
            <a:endParaRPr kumimoji="0" lang="ko-KR" altLang="en-US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타원 11"/>
          <p:cNvSpPr/>
          <p:nvPr/>
        </p:nvSpPr>
        <p:spPr bwMode="auto">
          <a:xfrm>
            <a:off x="711297" y="4521689"/>
            <a:ext cx="1080120" cy="28800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70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45687" y="4567819"/>
            <a:ext cx="4176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>
                <a:solidFill>
                  <a:srgbClr val="FF0000"/>
                </a:solidFill>
              </a:rPr>
              <a:t>설치버튼을</a:t>
            </a:r>
            <a:r>
              <a:rPr lang="ko-KR" altLang="en-US" sz="1200" dirty="0">
                <a:solidFill>
                  <a:srgbClr val="FF0000"/>
                </a:solidFill>
              </a:rPr>
              <a:t> 클릭한다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4575036" y="2564904"/>
            <a:ext cx="4526260" cy="99237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1</a:t>
            </a:r>
            <a:r>
              <a:rPr kumimoji="0" lang="en-US" altLang="ko-KR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. </a:t>
            </a:r>
            <a:r>
              <a:rPr kumimoji="0" lang="ko-KR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설치할 </a:t>
            </a:r>
            <a:r>
              <a:rPr kumimoji="0" lang="en-US" altLang="ko-KR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PC</a:t>
            </a:r>
            <a:r>
              <a:rPr kumimoji="0" lang="ko-KR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의 익스플로러를 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실행하여 배포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URL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을 입력하면 </a:t>
            </a:r>
            <a:r>
              <a:rPr kumimoji="0" lang="ko-KR" altLang="en-US" sz="1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촤측의</a:t>
            </a:r>
            <a:r>
              <a:rPr kumimoji="0" lang="ko-KR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 설치 </a:t>
            </a:r>
            <a:r>
              <a:rPr kumimoji="0" lang="ko-KR" altLang="en-US" sz="14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화면이 </a:t>
            </a:r>
            <a:r>
              <a:rPr kumimoji="0" lang="ko-KR" altLang="en-US" sz="14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나타난다</a:t>
            </a:r>
            <a:r>
              <a:rPr kumimoji="0" lang="en-US" altLang="ko-KR" sz="14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eaLnBrk="0" latinLnBrk="0" hangingPunct="0"/>
            <a:endParaRPr kumimoji="0" lang="en-US" altLang="ko-KR" sz="14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eaLnBrk="0" latinLnBrk="0" hangingPunct="0"/>
            <a:r>
              <a:rPr kumimoji="0" lang="en-US" altLang="ko-KR" sz="1400" b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http</a:t>
            </a:r>
            <a:r>
              <a:rPr kumimoji="0" lang="en-US" altLang="ko-KR" sz="14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://10.2.14.190/kleannaraPOP/publish.htm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4883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219803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배포 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STEP2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직사각형 182"/>
          <p:cNvSpPr>
            <a:spLocks noChangeArrowheads="1"/>
          </p:cNvSpPr>
          <p:nvPr/>
        </p:nvSpPr>
        <p:spPr bwMode="auto">
          <a:xfrm>
            <a:off x="272480" y="5661248"/>
            <a:ext cx="856895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FontTx/>
              <a:buAutoNum type="arabicPeriod"/>
              <a:tabLst/>
            </a:pPr>
            <a:endParaRPr kumimoji="0" lang="ko-KR" altLang="en-US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직사각형 182"/>
          <p:cNvSpPr>
            <a:spLocks noChangeArrowheads="1"/>
          </p:cNvSpPr>
          <p:nvPr/>
        </p:nvSpPr>
        <p:spPr bwMode="auto">
          <a:xfrm>
            <a:off x="272480" y="5661248"/>
            <a:ext cx="85689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9429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marL="228600" indent="-228600" latinLnBrk="0">
              <a:buFontTx/>
              <a:buAutoNum type="arabicPeriod"/>
              <a:tabLst/>
            </a:pPr>
            <a:r>
              <a:rPr kumimoji="0" lang="ko-KR" altLang="en-US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설치 버튼을 클릭하여 </a:t>
            </a:r>
            <a:r>
              <a:rPr kumimoji="0" lang="en-US" altLang="ko-KR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SETUP.EXE </a:t>
            </a:r>
            <a:r>
              <a:rPr kumimoji="0" lang="ko-KR" altLang="en-US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를 다운로드 받아서 설치 한다</a:t>
            </a:r>
            <a:r>
              <a:rPr kumimoji="0" lang="en-US" altLang="ko-KR" sz="9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457200" lvl="1" indent="0" latinLnBrk="0">
              <a:tabLst/>
            </a:pPr>
            <a:endParaRPr kumimoji="0" lang="ko-KR" altLang="en-US" sz="9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53" y="734714"/>
            <a:ext cx="2034540" cy="1905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4170" y="768342"/>
            <a:ext cx="2034540" cy="19050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0999" y="781707"/>
            <a:ext cx="1680210" cy="62484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0417" y="1584467"/>
            <a:ext cx="1969770" cy="1131570"/>
          </a:xfrm>
          <a:prstGeom prst="rect">
            <a:avLst/>
          </a:prstGeom>
        </p:spPr>
      </p:pic>
      <p:sp>
        <p:nvSpPr>
          <p:cNvPr id="16" name="오른쪽 화살표 15"/>
          <p:cNvSpPr/>
          <p:nvPr/>
        </p:nvSpPr>
        <p:spPr bwMode="auto">
          <a:xfrm>
            <a:off x="2326063" y="1472643"/>
            <a:ext cx="225025" cy="405045"/>
          </a:xfrm>
          <a:prstGeom prst="rightArrow">
            <a:avLst/>
          </a:prstGeom>
          <a:solidFill>
            <a:srgbClr val="FF0000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  <p:sp>
        <p:nvSpPr>
          <p:cNvPr id="17" name="오른쪽 화살표 16"/>
          <p:cNvSpPr/>
          <p:nvPr/>
        </p:nvSpPr>
        <p:spPr bwMode="auto">
          <a:xfrm>
            <a:off x="5535410" y="1518319"/>
            <a:ext cx="225025" cy="405045"/>
          </a:xfrm>
          <a:prstGeom prst="rightArrow">
            <a:avLst/>
          </a:prstGeom>
          <a:solidFill>
            <a:srgbClr val="FF0000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9184" y="3399258"/>
            <a:ext cx="2034540" cy="1905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오른쪽 화살표 18"/>
          <p:cNvSpPr/>
          <p:nvPr/>
        </p:nvSpPr>
        <p:spPr bwMode="auto">
          <a:xfrm rot="5400000">
            <a:off x="7635298" y="2839745"/>
            <a:ext cx="225025" cy="405045"/>
          </a:xfrm>
          <a:prstGeom prst="rightArrow">
            <a:avLst/>
          </a:prstGeom>
          <a:solidFill>
            <a:srgbClr val="FF0000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1440" y="3429000"/>
            <a:ext cx="2034540" cy="1905000"/>
          </a:xfrm>
          <a:prstGeom prst="rect">
            <a:avLst/>
          </a:prstGeom>
        </p:spPr>
      </p:pic>
      <p:sp>
        <p:nvSpPr>
          <p:cNvPr id="21" name="오른쪽 화살표 20"/>
          <p:cNvSpPr/>
          <p:nvPr/>
        </p:nvSpPr>
        <p:spPr bwMode="auto">
          <a:xfrm rot="10800000">
            <a:off x="6283763" y="4320793"/>
            <a:ext cx="225025" cy="405045"/>
          </a:xfrm>
          <a:prstGeom prst="rightArrow">
            <a:avLst/>
          </a:prstGeom>
          <a:solidFill>
            <a:srgbClr val="FF0000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405" y="3030523"/>
            <a:ext cx="3099319" cy="2479455"/>
          </a:xfrm>
          <a:prstGeom prst="rect">
            <a:avLst/>
          </a:prstGeom>
        </p:spPr>
      </p:pic>
      <p:sp>
        <p:nvSpPr>
          <p:cNvPr id="23" name="오른쪽 화살표 22"/>
          <p:cNvSpPr/>
          <p:nvPr/>
        </p:nvSpPr>
        <p:spPr bwMode="auto">
          <a:xfrm rot="10800000">
            <a:off x="3738507" y="4211116"/>
            <a:ext cx="225025" cy="405045"/>
          </a:xfrm>
          <a:prstGeom prst="rightArrow">
            <a:avLst/>
          </a:prstGeom>
          <a:solidFill>
            <a:srgbClr val="FF0000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291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357020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버전 업그레이드 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STEP1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656" y="674172"/>
            <a:ext cx="5430008" cy="3377084"/>
          </a:xfrm>
          <a:prstGeom prst="rect">
            <a:avLst/>
          </a:prstGeom>
        </p:spPr>
      </p:pic>
      <p:sp>
        <p:nvSpPr>
          <p:cNvPr id="48" name="타원 47"/>
          <p:cNvSpPr/>
          <p:nvPr/>
        </p:nvSpPr>
        <p:spPr bwMode="auto">
          <a:xfrm>
            <a:off x="5961112" y="3554492"/>
            <a:ext cx="1080120" cy="28800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70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9" name="타원 48"/>
          <p:cNvSpPr/>
          <p:nvPr/>
        </p:nvSpPr>
        <p:spPr bwMode="auto">
          <a:xfrm>
            <a:off x="4088904" y="3213082"/>
            <a:ext cx="1874814" cy="28800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70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950" y="4755167"/>
            <a:ext cx="4891088" cy="13525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817096" y="4172379"/>
            <a:ext cx="33467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0" dirty="0" err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지금게시</a:t>
            </a:r>
            <a:r>
              <a:rPr lang="ko-KR" altLang="en-US" sz="1200" b="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버튼클릭하고 </a:t>
            </a:r>
            <a:r>
              <a:rPr lang="en-US" altLang="ko-KR" sz="1200" b="0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PAGE14, PAGE16</a:t>
            </a:r>
            <a:r>
              <a:rPr lang="ko-KR" altLang="en-US" sz="1200" b="0" dirty="0" smtClean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의 </a:t>
            </a:r>
            <a:r>
              <a:rPr lang="ko-KR" altLang="en-US" sz="1200" b="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동작을 수행한다</a:t>
            </a:r>
            <a:r>
              <a:rPr lang="en-US" altLang="ko-KR" sz="1200" b="0" dirty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1200" b="0" dirty="0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1" name="오른쪽 화살표 50"/>
          <p:cNvSpPr/>
          <p:nvPr/>
        </p:nvSpPr>
        <p:spPr bwMode="auto">
          <a:xfrm rot="5400000">
            <a:off x="4549727" y="4155901"/>
            <a:ext cx="225025" cy="405045"/>
          </a:xfrm>
          <a:prstGeom prst="rightArrow">
            <a:avLst/>
          </a:prstGeom>
          <a:solidFill>
            <a:srgbClr val="FF0000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447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82"/>
          <p:cNvSpPr>
            <a:spLocks noChangeArrowheads="1"/>
          </p:cNvSpPr>
          <p:nvPr/>
        </p:nvSpPr>
        <p:spPr bwMode="auto">
          <a:xfrm>
            <a:off x="0" y="115888"/>
            <a:ext cx="3570208" cy="451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85775" indent="-3429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978025" algn="l"/>
              </a:tabLst>
              <a:defRPr kumimoji="1" sz="1600" b="1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eaLnBrk="1" fontAlgn="ctr" hangingPunct="1">
              <a:lnSpc>
                <a:spcPts val="2800"/>
              </a:lnSpc>
              <a:spcBef>
                <a:spcPts val="600"/>
              </a:spcBef>
            </a:pP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kumimoji="0" lang="ko-KR" altLang="en-US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버전 업그레이드 </a:t>
            </a:r>
            <a:r>
              <a:rPr kumimoji="0" lang="en-US" altLang="ko-KR" sz="20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STEP2</a:t>
            </a:r>
            <a:endParaRPr kumimoji="0" lang="en-US" altLang="ko-KR"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770" y="3736444"/>
            <a:ext cx="3099319" cy="2479455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945" y="3674182"/>
            <a:ext cx="2683186" cy="2512347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339" y="751619"/>
            <a:ext cx="2683186" cy="25123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9129" y="773705"/>
            <a:ext cx="2224041" cy="12776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7595" y="818710"/>
            <a:ext cx="2264616" cy="9607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2480" y="766583"/>
            <a:ext cx="513403" cy="660090"/>
          </a:xfrm>
          <a:prstGeom prst="rect">
            <a:avLst/>
          </a:prstGeom>
        </p:spPr>
      </p:pic>
      <p:sp>
        <p:nvSpPr>
          <p:cNvPr id="30" name="오른쪽 화살표 29"/>
          <p:cNvSpPr/>
          <p:nvPr/>
        </p:nvSpPr>
        <p:spPr bwMode="auto">
          <a:xfrm>
            <a:off x="963695" y="931618"/>
            <a:ext cx="225025" cy="405045"/>
          </a:xfrm>
          <a:prstGeom prst="rightArrow">
            <a:avLst/>
          </a:prstGeom>
          <a:solidFill>
            <a:srgbClr val="FF0000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  <p:sp>
        <p:nvSpPr>
          <p:cNvPr id="31" name="오른쪽 화살표 30"/>
          <p:cNvSpPr/>
          <p:nvPr/>
        </p:nvSpPr>
        <p:spPr bwMode="auto">
          <a:xfrm>
            <a:off x="3820064" y="931618"/>
            <a:ext cx="225025" cy="405045"/>
          </a:xfrm>
          <a:prstGeom prst="rightArrow">
            <a:avLst/>
          </a:prstGeom>
          <a:solidFill>
            <a:srgbClr val="FF0000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  <p:sp>
        <p:nvSpPr>
          <p:cNvPr id="32" name="오른쪽 화살표 31"/>
          <p:cNvSpPr/>
          <p:nvPr/>
        </p:nvSpPr>
        <p:spPr bwMode="auto">
          <a:xfrm>
            <a:off x="6697210" y="931618"/>
            <a:ext cx="225025" cy="405045"/>
          </a:xfrm>
          <a:prstGeom prst="rightArrow">
            <a:avLst/>
          </a:prstGeom>
          <a:solidFill>
            <a:srgbClr val="FF0000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  <p:sp>
        <p:nvSpPr>
          <p:cNvPr id="33" name="오른쪽 화살표 32"/>
          <p:cNvSpPr/>
          <p:nvPr/>
        </p:nvSpPr>
        <p:spPr bwMode="auto">
          <a:xfrm rot="5400000">
            <a:off x="8360581" y="3315005"/>
            <a:ext cx="225025" cy="405045"/>
          </a:xfrm>
          <a:prstGeom prst="rightArrow">
            <a:avLst/>
          </a:prstGeom>
          <a:solidFill>
            <a:srgbClr val="FF0000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  <p:sp>
        <p:nvSpPr>
          <p:cNvPr id="34" name="오른쪽 화살표 33"/>
          <p:cNvSpPr/>
          <p:nvPr/>
        </p:nvSpPr>
        <p:spPr bwMode="auto">
          <a:xfrm rot="10800000">
            <a:off x="6683367" y="4869160"/>
            <a:ext cx="225025" cy="405045"/>
          </a:xfrm>
          <a:prstGeom prst="rightArrow">
            <a:avLst/>
          </a:prstGeom>
          <a:solidFill>
            <a:srgbClr val="FF0000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  <p:sp>
        <p:nvSpPr>
          <p:cNvPr id="35" name="오른쪽 화살표 34"/>
          <p:cNvSpPr/>
          <p:nvPr/>
        </p:nvSpPr>
        <p:spPr bwMode="auto">
          <a:xfrm rot="10800000" flipH="1">
            <a:off x="3155657" y="3994832"/>
            <a:ext cx="225025" cy="405045"/>
          </a:xfrm>
          <a:prstGeom prst="rightArrow">
            <a:avLst/>
          </a:prstGeom>
          <a:solidFill>
            <a:srgbClr val="00B050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  <p:sp>
        <p:nvSpPr>
          <p:cNvPr id="36" name="오른쪽 화살표 35"/>
          <p:cNvSpPr/>
          <p:nvPr/>
        </p:nvSpPr>
        <p:spPr bwMode="auto">
          <a:xfrm rot="16200000" flipH="1">
            <a:off x="-495569" y="2404395"/>
            <a:ext cx="2046245" cy="405045"/>
          </a:xfrm>
          <a:prstGeom prst="rightArrow">
            <a:avLst/>
          </a:prstGeom>
          <a:solidFill>
            <a:srgbClr val="00B050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  <p:sp>
        <p:nvSpPr>
          <p:cNvPr id="37" name="오른쪽 화살표 36"/>
          <p:cNvSpPr/>
          <p:nvPr/>
        </p:nvSpPr>
        <p:spPr bwMode="auto">
          <a:xfrm rot="13471698">
            <a:off x="3816796" y="3234421"/>
            <a:ext cx="225025" cy="405045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151541" y="3282836"/>
            <a:ext cx="2303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(</a:t>
            </a:r>
            <a:r>
              <a:rPr lang="ko-KR" altLang="en-US" sz="12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로고 더블클릭</a:t>
            </a:r>
            <a:r>
              <a:rPr lang="en-US" altLang="ko-KR" sz="12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) </a:t>
            </a:r>
            <a:r>
              <a:rPr lang="ko-KR" altLang="en-US" sz="1200" b="1" dirty="0" smtClean="0">
                <a:solidFill>
                  <a:schemeClr val="accent6">
                    <a:lumMod val="75000"/>
                  </a:schemeClr>
                </a:solidFill>
                <a:latin typeface="+mj-lt"/>
                <a:ea typeface="+mn-ea"/>
              </a:rPr>
              <a:t>프로그램 종료</a:t>
            </a:r>
            <a:endParaRPr lang="ko-KR" altLang="en-US" sz="1200" b="1" dirty="0">
              <a:solidFill>
                <a:schemeClr val="accent6">
                  <a:lumMod val="75000"/>
                </a:schemeClr>
              </a:solidFill>
              <a:latin typeface="+mj-lt"/>
              <a:ea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72436" y="1514203"/>
            <a:ext cx="1470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FF0000"/>
                </a:solidFill>
                <a:latin typeface="+mn-ea"/>
                <a:ea typeface="+mn-ea"/>
              </a:rPr>
              <a:t>최신버전 다운로드</a:t>
            </a:r>
            <a:endParaRPr lang="ko-KR" altLang="en-US" sz="1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4913" y="3032386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 smtClean="0">
                <a:solidFill>
                  <a:srgbClr val="00B050"/>
                </a:solidFill>
                <a:latin typeface="+mn-ea"/>
                <a:ea typeface="+mn-ea"/>
              </a:rPr>
              <a:t>프로그램 실행</a:t>
            </a:r>
            <a:endParaRPr lang="ko-KR" altLang="en-US" sz="1200" b="1" dirty="0">
              <a:solidFill>
                <a:srgbClr val="00B050"/>
              </a:solidFill>
              <a:latin typeface="+mn-ea"/>
              <a:ea typeface="+mn-ea"/>
            </a:endParaRPr>
          </a:p>
        </p:txBody>
      </p:sp>
      <p:sp>
        <p:nvSpPr>
          <p:cNvPr id="41" name="직사각형 40"/>
          <p:cNvSpPr/>
          <p:nvPr/>
        </p:nvSpPr>
        <p:spPr bwMode="auto">
          <a:xfrm>
            <a:off x="3737866" y="3721852"/>
            <a:ext cx="540060" cy="202203"/>
          </a:xfrm>
          <a:prstGeom prst="rect">
            <a:avLst/>
          </a:prstGeom>
          <a:noFill/>
          <a:ln w="381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  <p:sp>
        <p:nvSpPr>
          <p:cNvPr id="42" name="직사각형 41"/>
          <p:cNvSpPr/>
          <p:nvPr/>
        </p:nvSpPr>
        <p:spPr bwMode="auto">
          <a:xfrm>
            <a:off x="2609330" y="1551600"/>
            <a:ext cx="453460" cy="239602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  <p:sp>
        <p:nvSpPr>
          <p:cNvPr id="43" name="직사각형 42"/>
          <p:cNvSpPr/>
          <p:nvPr/>
        </p:nvSpPr>
        <p:spPr bwMode="auto">
          <a:xfrm>
            <a:off x="7068235" y="1313765"/>
            <a:ext cx="453460" cy="177541"/>
          </a:xfrm>
          <a:prstGeom prst="rect">
            <a:avLst/>
          </a:prstGeom>
          <a:noFill/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  <p:sp>
        <p:nvSpPr>
          <p:cNvPr id="44" name="직사각형 43"/>
          <p:cNvSpPr/>
          <p:nvPr/>
        </p:nvSpPr>
        <p:spPr bwMode="auto">
          <a:xfrm>
            <a:off x="8598406" y="5814265"/>
            <a:ext cx="450049" cy="315035"/>
          </a:xfrm>
          <a:prstGeom prst="rect">
            <a:avLst/>
          </a:prstGeom>
          <a:noFill/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  <p:pic>
        <p:nvPicPr>
          <p:cNvPr id="45" name="그림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2137" y="3749120"/>
            <a:ext cx="2890795" cy="1075035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6505" y="1939938"/>
            <a:ext cx="1920455" cy="1536363"/>
          </a:xfrm>
          <a:prstGeom prst="rect">
            <a:avLst/>
          </a:prstGeom>
        </p:spPr>
      </p:pic>
      <p:sp>
        <p:nvSpPr>
          <p:cNvPr id="47" name="오른쪽 화살표 46"/>
          <p:cNvSpPr/>
          <p:nvPr/>
        </p:nvSpPr>
        <p:spPr bwMode="auto">
          <a:xfrm rot="10800000">
            <a:off x="6835767" y="5021560"/>
            <a:ext cx="225025" cy="405045"/>
          </a:xfrm>
          <a:prstGeom prst="rightArrow">
            <a:avLst/>
          </a:prstGeom>
          <a:solidFill>
            <a:srgbClr val="FF0000"/>
          </a:solidFill>
          <a:ln w="635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400" b="1" kern="0" noProof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428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992560" y="3717032"/>
            <a:ext cx="5250155" cy="33855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0" dirty="0" err="1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버젼</a:t>
            </a:r>
            <a:r>
              <a:rPr lang="ko-KR" altLang="en-US" b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b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UPGRADE</a:t>
            </a:r>
            <a:r>
              <a:rPr lang="ko-KR" altLang="en-US" b="0" dirty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는 </a:t>
            </a:r>
            <a:r>
              <a:rPr lang="en-US" altLang="ko-KR" b="0" dirty="0" smtClean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PAGE19, PAGE19 20 </a:t>
            </a:r>
            <a:r>
              <a:rPr lang="ko-KR" altLang="en-US" b="0" dirty="0" err="1" smtClean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참조바람</a:t>
            </a:r>
            <a:r>
              <a:rPr lang="en-US" altLang="ko-KR" b="0" dirty="0" smtClean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b="0" dirty="0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3152800" y="1628800"/>
            <a:ext cx="287610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4000" b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배포완료</a:t>
            </a:r>
            <a:r>
              <a:rPr lang="en-US" altLang="ko-KR" sz="4000" b="0">
                <a:solidFill>
                  <a:srgbClr val="00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!!!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560" y="4572417"/>
            <a:ext cx="8483413" cy="95410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주의사항</a:t>
            </a:r>
            <a:r>
              <a:rPr lang="en-US" altLang="ko-KR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서버의 배포</a:t>
            </a:r>
            <a:r>
              <a:rPr lang="en-US" altLang="ko-KR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URL</a:t>
            </a:r>
            <a:r>
              <a:rPr lang="ko-KR" altLang="en-US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 바뀌면 사용자</a:t>
            </a:r>
            <a:r>
              <a:rPr lang="en-US" altLang="ko-KR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PC</a:t>
            </a:r>
            <a:r>
              <a:rPr lang="ko-KR" altLang="en-US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에 이전 프로그램이 깔려 있어도 중복하여 인스톨 된다</a:t>
            </a:r>
            <a:r>
              <a:rPr lang="en-US" altLang="ko-KR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r>
              <a:rPr lang="en-US" altLang="ko-KR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        </a:t>
            </a:r>
            <a:r>
              <a:rPr lang="ko-KR" altLang="en-US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클릭원스로 배포된 응용프로그램은 </a:t>
            </a:r>
            <a:r>
              <a:rPr lang="en-US" altLang="ko-KR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OS</a:t>
            </a:r>
            <a:r>
              <a:rPr lang="ko-KR" altLang="en-US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에서 관리되므로 사용자가 알수없는 경로에 설치된다</a:t>
            </a:r>
            <a:r>
              <a:rPr lang="en-US" altLang="ko-KR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r>
              <a:rPr lang="en-US" altLang="ko-KR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        </a:t>
            </a:r>
            <a:r>
              <a:rPr lang="ko-KR" altLang="en-US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서버</a:t>
            </a:r>
            <a:r>
              <a:rPr lang="en-US" altLang="ko-KR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URL</a:t>
            </a:r>
            <a:r>
              <a:rPr lang="ko-KR" altLang="en-US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이 바뀌게 되면 다른 프로그램으로 인식하기 때문이다</a:t>
            </a:r>
            <a:r>
              <a:rPr lang="en-US" altLang="ko-KR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r>
              <a:rPr lang="en-US" altLang="ko-KR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        (</a:t>
            </a:r>
            <a:r>
              <a:rPr lang="ko-KR" altLang="en-US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사용자</a:t>
            </a:r>
            <a:r>
              <a:rPr lang="en-US" altLang="ko-KR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PC</a:t>
            </a:r>
            <a:r>
              <a:rPr lang="ko-KR" altLang="en-US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의 응용프로그램을 </a:t>
            </a:r>
            <a:r>
              <a:rPr lang="en-US" altLang="ko-KR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uninstall</a:t>
            </a:r>
            <a:r>
              <a:rPr lang="ko-KR" altLang="en-US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하여 설치 해야 한다</a:t>
            </a:r>
            <a:r>
              <a:rPr lang="en-US" altLang="ko-KR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.)</a:t>
            </a:r>
            <a:r>
              <a:rPr lang="ko-KR" altLang="en-US" sz="1400" b="0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767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 w="12700">
          <a:headEnd/>
          <a:tailEnd/>
        </a:ln>
      </a:spPr>
      <a:bodyPr wrap="none" anchor="ctr"/>
      <a:lstStyle>
        <a:defPPr algn="ctr">
          <a:defRPr>
            <a:ln w="12700">
              <a:solidFill>
                <a:schemeClr val="tx2">
                  <a:satMod val="155000"/>
                </a:schemeClr>
              </a:solidFill>
              <a:prstDash val="solid"/>
            </a:ln>
            <a:solidFill>
              <a:schemeClr val="bg2">
                <a:tint val="85000"/>
                <a:satMod val="155000"/>
              </a:schemeClr>
            </a:solidFill>
            <a:effectLst>
              <a:outerShdw blurRad="41275" dist="20320" dir="1800000" algn="tl" rotWithShape="0">
                <a:srgbClr val="000000">
                  <a:alpha val="40000"/>
                </a:srgbClr>
              </a:outerShdw>
            </a:effectLst>
            <a:latin typeface="가는각진제목체" pitchFamily="18" charset="-127"/>
            <a:ea typeface="가는각진제목체" pitchFamily="18" charset="-127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>
          <a:solidFill>
            <a:srgbClr val="0070C0"/>
          </a:solidFill>
          <a:headEnd type="none"/>
          <a:tailEnd type="arrow"/>
        </a:ln>
      </a:spPr>
      <a:bodyPr/>
      <a:lstStyle/>
      <a:style>
        <a:lnRef idx="3">
          <a:schemeClr val="accent6"/>
        </a:lnRef>
        <a:fillRef idx="0">
          <a:schemeClr val="accent6"/>
        </a:fillRef>
        <a:effectRef idx="2">
          <a:schemeClr val="accent6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84559</TotalTime>
  <Words>752</Words>
  <Application>Microsoft Office PowerPoint</Application>
  <PresentationFormat>A4 용지(210x297mm)</PresentationFormat>
  <Paragraphs>123</Paragraphs>
  <Slides>21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21</vt:i4>
      </vt:variant>
    </vt:vector>
  </HeadingPairs>
  <TitlesOfParts>
    <vt:vector size="33" baseType="lpstr">
      <vt:lpstr>HY견고딕</vt:lpstr>
      <vt:lpstr>가는각진제목체</vt:lpstr>
      <vt:lpstr>굴림</vt:lpstr>
      <vt:lpstr>돋움체</vt:lpstr>
      <vt:lpstr>맑은 고딕</vt:lpstr>
      <vt:lpstr>휴먼둥근헤드라인</vt:lpstr>
      <vt:lpstr>Arial</vt:lpstr>
      <vt:lpstr>Cambria Math</vt:lpstr>
      <vt:lpstr>Times New Roman</vt:lpstr>
      <vt:lpstr>Office 테마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lg-eds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제목 없음</dc:title>
  <dc:creator>hjyoo</dc:creator>
  <cp:lastModifiedBy>mu8454</cp:lastModifiedBy>
  <cp:revision>3784</cp:revision>
  <cp:lastPrinted>2011-02-22T00:51:56Z</cp:lastPrinted>
  <dcterms:created xsi:type="dcterms:W3CDTF">1999-07-13T02:10:41Z</dcterms:created>
  <dcterms:modified xsi:type="dcterms:W3CDTF">2022-11-27T06:02:26Z</dcterms:modified>
</cp:coreProperties>
</file>